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4" r:id="rId2"/>
    <p:sldId id="266" r:id="rId3"/>
    <p:sldId id="267" r:id="rId4"/>
    <p:sldId id="268" r:id="rId5"/>
    <p:sldId id="270" r:id="rId6"/>
    <p:sldId id="271" r:id="rId7"/>
    <p:sldId id="269" r:id="rId8"/>
    <p:sldId id="272" r:id="rId9"/>
    <p:sldId id="265" r:id="rId10"/>
    <p:sldId id="273" r:id="rId11"/>
    <p:sldId id="276" r:id="rId12"/>
    <p:sldId id="277" r:id="rId13"/>
    <p:sldId id="278" r:id="rId14"/>
    <p:sldId id="279" r:id="rId15"/>
    <p:sldId id="281" r:id="rId16"/>
    <p:sldId id="378" r:id="rId17"/>
    <p:sldId id="379" r:id="rId18"/>
    <p:sldId id="284" r:id="rId19"/>
    <p:sldId id="375" r:id="rId20"/>
    <p:sldId id="376" r:id="rId2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69836-5F34-4F24-AA57-35CFB2D01524}" v="72" dt="2025-08-08T17:39:19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638" autoAdjust="0"/>
  </p:normalViewPr>
  <p:slideViewPr>
    <p:cSldViewPr snapToGrid="0">
      <p:cViewPr varScale="1">
        <p:scale>
          <a:sx n="48" d="100"/>
          <a:sy n="48" d="100"/>
        </p:scale>
        <p:origin x="13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ochkina, Maria" userId="c909cca0-0566-42e0-8dc0-791f330c8ce2" providerId="ADAL" clId="{75869836-5F34-4F24-AA57-35CFB2D01524}"/>
    <pc:docChg chg="undo redo custSel addSld delSld modSld">
      <pc:chgData name="Korochkina, Maria" userId="c909cca0-0566-42e0-8dc0-791f330c8ce2" providerId="ADAL" clId="{75869836-5F34-4F24-AA57-35CFB2D01524}" dt="2025-08-08T17:39:19.784" v="5193" actId="20577"/>
      <pc:docMkLst>
        <pc:docMk/>
      </pc:docMkLst>
      <pc:sldChg chg="modSp add mod">
        <pc:chgData name="Korochkina, Maria" userId="c909cca0-0566-42e0-8dc0-791f330c8ce2" providerId="ADAL" clId="{75869836-5F34-4F24-AA57-35CFB2D01524}" dt="2025-07-30T10:59:53.360" v="160" actId="20577"/>
        <pc:sldMkLst>
          <pc:docMk/>
          <pc:sldMk cId="307993976" sldId="264"/>
        </pc:sldMkLst>
        <pc:spChg chg="mod">
          <ac:chgData name="Korochkina, Maria" userId="c909cca0-0566-42e0-8dc0-791f330c8ce2" providerId="ADAL" clId="{75869836-5F34-4F24-AA57-35CFB2D01524}" dt="2025-07-30T10:59:53.360" v="160" actId="20577"/>
          <ac:spMkLst>
            <pc:docMk/>
            <pc:sldMk cId="307993976" sldId="264"/>
            <ac:spMk id="2" creationId="{EBDFC52C-02B7-FF58-DBFA-D146D095E8F7}"/>
          </ac:spMkLst>
        </pc:spChg>
      </pc:sldChg>
      <pc:sldChg chg="addSp delSp modSp new mod modNotesTx">
        <pc:chgData name="Korochkina, Maria" userId="c909cca0-0566-42e0-8dc0-791f330c8ce2" providerId="ADAL" clId="{75869836-5F34-4F24-AA57-35CFB2D01524}" dt="2025-07-30T11:34:09.997" v="1240" actId="207"/>
        <pc:sldMkLst>
          <pc:docMk/>
          <pc:sldMk cId="3462617535" sldId="265"/>
        </pc:sldMkLst>
        <pc:spChg chg="mod">
          <ac:chgData name="Korochkina, Maria" userId="c909cca0-0566-42e0-8dc0-791f330c8ce2" providerId="ADAL" clId="{75869836-5F34-4F24-AA57-35CFB2D01524}" dt="2025-07-30T11:00:08.776" v="171" actId="2711"/>
          <ac:spMkLst>
            <pc:docMk/>
            <pc:sldMk cId="3462617535" sldId="265"/>
            <ac:spMk id="2" creationId="{393FAD5D-1AE9-9CA7-309B-8E279C183372}"/>
          </ac:spMkLst>
        </pc:spChg>
        <pc:spChg chg="add mod">
          <ac:chgData name="Korochkina, Maria" userId="c909cca0-0566-42e0-8dc0-791f330c8ce2" providerId="ADAL" clId="{75869836-5F34-4F24-AA57-35CFB2D01524}" dt="2025-07-30T11:34:09.997" v="1240" actId="207"/>
          <ac:spMkLst>
            <pc:docMk/>
            <pc:sldMk cId="3462617535" sldId="265"/>
            <ac:spMk id="7" creationId="{53A8EE60-602A-E6E6-1E59-A41DBED3C980}"/>
          </ac:spMkLst>
        </pc:spChg>
      </pc:sldChg>
      <pc:sldChg chg="addSp delSp modSp add mod">
        <pc:chgData name="Korochkina, Maria" userId="c909cca0-0566-42e0-8dc0-791f330c8ce2" providerId="ADAL" clId="{75869836-5F34-4F24-AA57-35CFB2D01524}" dt="2025-07-30T11:33:44.669" v="1237" actId="167"/>
        <pc:sldMkLst>
          <pc:docMk/>
          <pc:sldMk cId="2344820403" sldId="266"/>
        </pc:sldMkLst>
        <pc:spChg chg="add mod">
          <ac:chgData name="Korochkina, Maria" userId="c909cca0-0566-42e0-8dc0-791f330c8ce2" providerId="ADAL" clId="{75869836-5F34-4F24-AA57-35CFB2D01524}" dt="2025-07-30T11:24:50.098" v="761" actId="1076"/>
          <ac:spMkLst>
            <pc:docMk/>
            <pc:sldMk cId="2344820403" sldId="266"/>
            <ac:spMk id="8" creationId="{D031A3D3-FB3C-3EE3-2096-DF1C2C582968}"/>
          </ac:spMkLst>
        </pc:spChg>
        <pc:spChg chg="add mod ord">
          <ac:chgData name="Korochkina, Maria" userId="c909cca0-0566-42e0-8dc0-791f330c8ce2" providerId="ADAL" clId="{75869836-5F34-4F24-AA57-35CFB2D01524}" dt="2025-07-30T11:33:44.669" v="1237" actId="167"/>
          <ac:spMkLst>
            <pc:docMk/>
            <pc:sldMk cId="2344820403" sldId="266"/>
            <ac:spMk id="11" creationId="{A679403E-688A-A148-57AA-8746AE71F1AF}"/>
          </ac:spMkLst>
        </pc:spChg>
        <pc:picChg chg="add mod modCrop">
          <ac:chgData name="Korochkina, Maria" userId="c909cca0-0566-42e0-8dc0-791f330c8ce2" providerId="ADAL" clId="{75869836-5F34-4F24-AA57-35CFB2D01524}" dt="2025-07-30T11:19:35.104" v="671" actId="732"/>
          <ac:picMkLst>
            <pc:docMk/>
            <pc:sldMk cId="2344820403" sldId="266"/>
            <ac:picMk id="5" creationId="{15392FF2-8C6C-2A4E-B303-786EBA69E7D3}"/>
          </ac:picMkLst>
        </pc:picChg>
      </pc:sldChg>
      <pc:sldChg chg="addSp delSp modSp add mod">
        <pc:chgData name="Korochkina, Maria" userId="c909cca0-0566-42e0-8dc0-791f330c8ce2" providerId="ADAL" clId="{75869836-5F34-4F24-AA57-35CFB2D01524}" dt="2025-07-30T11:33:27.428" v="1233" actId="167"/>
        <pc:sldMkLst>
          <pc:docMk/>
          <pc:sldMk cId="3377182155" sldId="267"/>
        </pc:sldMkLst>
        <pc:spChg chg="add mod ord">
          <ac:chgData name="Korochkina, Maria" userId="c909cca0-0566-42e0-8dc0-791f330c8ce2" providerId="ADAL" clId="{75869836-5F34-4F24-AA57-35CFB2D01524}" dt="2025-07-30T11:33:27.428" v="1233" actId="167"/>
          <ac:spMkLst>
            <pc:docMk/>
            <pc:sldMk cId="3377182155" sldId="267"/>
            <ac:spMk id="9" creationId="{F30B3A92-679E-AF0F-FD3D-27C60CC9F9B9}"/>
          </ac:spMkLst>
        </pc:spChg>
        <pc:picChg chg="mod">
          <ac:chgData name="Korochkina, Maria" userId="c909cca0-0566-42e0-8dc0-791f330c8ce2" providerId="ADAL" clId="{75869836-5F34-4F24-AA57-35CFB2D01524}" dt="2025-07-30T11:20:29.112" v="675" actId="1076"/>
          <ac:picMkLst>
            <pc:docMk/>
            <pc:sldMk cId="3377182155" sldId="267"/>
            <ac:picMk id="6" creationId="{3D6962F5-6FF6-E630-E24F-4C3EFD8ECDF2}"/>
          </ac:picMkLst>
        </pc:picChg>
      </pc:sldChg>
      <pc:sldChg chg="addSp delSp modSp add mod">
        <pc:chgData name="Korochkina, Maria" userId="c909cca0-0566-42e0-8dc0-791f330c8ce2" providerId="ADAL" clId="{75869836-5F34-4F24-AA57-35CFB2D01524}" dt="2025-07-30T11:33:17.275" v="1229" actId="167"/>
        <pc:sldMkLst>
          <pc:docMk/>
          <pc:sldMk cId="4049666722" sldId="268"/>
        </pc:sldMkLst>
        <pc:spChg chg="add mod ord">
          <ac:chgData name="Korochkina, Maria" userId="c909cca0-0566-42e0-8dc0-791f330c8ce2" providerId="ADAL" clId="{75869836-5F34-4F24-AA57-35CFB2D01524}" dt="2025-07-30T11:33:17.275" v="1229" actId="167"/>
          <ac:spMkLst>
            <pc:docMk/>
            <pc:sldMk cId="4049666722" sldId="268"/>
            <ac:spMk id="11" creationId="{5817E97E-9121-E03B-162E-FEA38F6F1F71}"/>
          </ac:spMkLst>
        </pc:spChg>
        <pc:picChg chg="mod">
          <ac:chgData name="Korochkina, Maria" userId="c909cca0-0566-42e0-8dc0-791f330c8ce2" providerId="ADAL" clId="{75869836-5F34-4F24-AA57-35CFB2D01524}" dt="2025-07-30T11:20:37.302" v="677" actId="1076"/>
          <ac:picMkLst>
            <pc:docMk/>
            <pc:sldMk cId="4049666722" sldId="268"/>
            <ac:picMk id="7" creationId="{17F0EB18-B38E-77C2-6936-C9663FACB6E8}"/>
          </ac:picMkLst>
        </pc:picChg>
      </pc:sldChg>
      <pc:sldChg chg="addSp delSp modSp add mod">
        <pc:chgData name="Korochkina, Maria" userId="c909cca0-0566-42e0-8dc0-791f330c8ce2" providerId="ADAL" clId="{75869836-5F34-4F24-AA57-35CFB2D01524}" dt="2025-07-30T11:32:25.430" v="1217" actId="167"/>
        <pc:sldMkLst>
          <pc:docMk/>
          <pc:sldMk cId="1784314199" sldId="269"/>
        </pc:sldMkLst>
        <pc:spChg chg="add mod">
          <ac:chgData name="Korochkina, Maria" userId="c909cca0-0566-42e0-8dc0-791f330c8ce2" providerId="ADAL" clId="{75869836-5F34-4F24-AA57-35CFB2D01524}" dt="2025-07-30T11:26:09.370" v="896" actId="1076"/>
          <ac:spMkLst>
            <pc:docMk/>
            <pc:sldMk cId="1784314199" sldId="269"/>
            <ac:spMk id="12" creationId="{95992C1D-1623-9FEF-7A6D-FFBB1CB0A78F}"/>
          </ac:spMkLst>
        </pc:spChg>
        <pc:spChg chg="add mod ord">
          <ac:chgData name="Korochkina, Maria" userId="c909cca0-0566-42e0-8dc0-791f330c8ce2" providerId="ADAL" clId="{75869836-5F34-4F24-AA57-35CFB2D01524}" dt="2025-07-30T11:32:25.430" v="1217" actId="167"/>
          <ac:spMkLst>
            <pc:docMk/>
            <pc:sldMk cId="1784314199" sldId="269"/>
            <ac:spMk id="15" creationId="{277A2707-CC9D-93A8-7562-BEF2D1150517}"/>
          </ac:spMkLst>
        </pc:spChg>
        <pc:picChg chg="mod">
          <ac:chgData name="Korochkina, Maria" userId="c909cca0-0566-42e0-8dc0-791f330c8ce2" providerId="ADAL" clId="{75869836-5F34-4F24-AA57-35CFB2D01524}" dt="2025-07-30T11:21:24.485" v="685" actId="1076"/>
          <ac:picMkLst>
            <pc:docMk/>
            <pc:sldMk cId="1784314199" sldId="269"/>
            <ac:picMk id="8" creationId="{C52C305E-2AB3-3469-36B5-D9CF05001790}"/>
          </ac:picMkLst>
        </pc:picChg>
        <pc:picChg chg="add mod">
          <ac:chgData name="Korochkina, Maria" userId="c909cca0-0566-42e0-8dc0-791f330c8ce2" providerId="ADAL" clId="{75869836-5F34-4F24-AA57-35CFB2D01524}" dt="2025-07-30T11:23:49.979" v="707" actId="1035"/>
          <ac:picMkLst>
            <pc:docMk/>
            <pc:sldMk cId="1784314199" sldId="269"/>
            <ac:picMk id="11" creationId="{60B30BC4-96FA-E109-BEFC-19FC3F6E87CE}"/>
          </ac:picMkLst>
        </pc:picChg>
      </pc:sldChg>
      <pc:sldChg chg="addSp delSp modSp add mod">
        <pc:chgData name="Korochkina, Maria" userId="c909cca0-0566-42e0-8dc0-791f330c8ce2" providerId="ADAL" clId="{75869836-5F34-4F24-AA57-35CFB2D01524}" dt="2025-07-30T11:33:02.804" v="1225" actId="167"/>
        <pc:sldMkLst>
          <pc:docMk/>
          <pc:sldMk cId="960536971" sldId="270"/>
        </pc:sldMkLst>
        <pc:spChg chg="add mod ord">
          <ac:chgData name="Korochkina, Maria" userId="c909cca0-0566-42e0-8dc0-791f330c8ce2" providerId="ADAL" clId="{75869836-5F34-4F24-AA57-35CFB2D01524}" dt="2025-07-30T11:33:02.804" v="1225" actId="167"/>
          <ac:spMkLst>
            <pc:docMk/>
            <pc:sldMk cId="960536971" sldId="270"/>
            <ac:spMk id="11" creationId="{9B8762EA-6F1B-5D2A-63D9-5FE392BE26E0}"/>
          </ac:spMkLst>
        </pc:spChg>
        <pc:picChg chg="mod modCrop">
          <ac:chgData name="Korochkina, Maria" userId="c909cca0-0566-42e0-8dc0-791f330c8ce2" providerId="ADAL" clId="{75869836-5F34-4F24-AA57-35CFB2D01524}" dt="2025-07-30T11:21:39.932" v="688" actId="732"/>
          <ac:picMkLst>
            <pc:docMk/>
            <pc:sldMk cId="960536971" sldId="270"/>
            <ac:picMk id="8" creationId="{59FC4D2A-450B-63AD-3384-CBBAA8D68B5C}"/>
          </ac:picMkLst>
        </pc:picChg>
      </pc:sldChg>
      <pc:sldChg chg="addSp delSp modSp add mod">
        <pc:chgData name="Korochkina, Maria" userId="c909cca0-0566-42e0-8dc0-791f330c8ce2" providerId="ADAL" clId="{75869836-5F34-4F24-AA57-35CFB2D01524}" dt="2025-07-30T11:32:51.119" v="1221" actId="167"/>
        <pc:sldMkLst>
          <pc:docMk/>
          <pc:sldMk cId="1543046575" sldId="271"/>
        </pc:sldMkLst>
        <pc:spChg chg="add mod ord">
          <ac:chgData name="Korochkina, Maria" userId="c909cca0-0566-42e0-8dc0-791f330c8ce2" providerId="ADAL" clId="{75869836-5F34-4F24-AA57-35CFB2D01524}" dt="2025-07-30T11:32:51.119" v="1221" actId="167"/>
          <ac:spMkLst>
            <pc:docMk/>
            <pc:sldMk cId="1543046575" sldId="271"/>
            <ac:spMk id="11" creationId="{B58D0C5C-A4A4-9FC8-FBDA-9B9888055908}"/>
          </ac:spMkLst>
        </pc:spChg>
        <pc:picChg chg="mod">
          <ac:chgData name="Korochkina, Maria" userId="c909cca0-0566-42e0-8dc0-791f330c8ce2" providerId="ADAL" clId="{75869836-5F34-4F24-AA57-35CFB2D01524}" dt="2025-07-30T11:23:53.598" v="710" actId="1035"/>
          <ac:picMkLst>
            <pc:docMk/>
            <pc:sldMk cId="1543046575" sldId="271"/>
            <ac:picMk id="4" creationId="{1C783F32-2E07-CC45-4580-BE99A0DA5EA7}"/>
          </ac:picMkLst>
        </pc:picChg>
      </pc:sldChg>
      <pc:sldChg chg="addSp delSp modSp add mod">
        <pc:chgData name="Korochkina, Maria" userId="c909cca0-0566-42e0-8dc0-791f330c8ce2" providerId="ADAL" clId="{75869836-5F34-4F24-AA57-35CFB2D01524}" dt="2025-07-30T11:32:06.316" v="1213" actId="167"/>
        <pc:sldMkLst>
          <pc:docMk/>
          <pc:sldMk cId="1077519640" sldId="272"/>
        </pc:sldMkLst>
        <pc:spChg chg="add mod">
          <ac:chgData name="Korochkina, Maria" userId="c909cca0-0566-42e0-8dc0-791f330c8ce2" providerId="ADAL" clId="{75869836-5F34-4F24-AA57-35CFB2D01524}" dt="2025-07-30T11:27:56.323" v="962" actId="1076"/>
          <ac:spMkLst>
            <pc:docMk/>
            <pc:sldMk cId="1077519640" sldId="272"/>
            <ac:spMk id="4" creationId="{408514C0-1627-4F43-2B99-585F10234EEA}"/>
          </ac:spMkLst>
        </pc:spChg>
        <pc:spChg chg="add mod">
          <ac:chgData name="Korochkina, Maria" userId="c909cca0-0566-42e0-8dc0-791f330c8ce2" providerId="ADAL" clId="{75869836-5F34-4F24-AA57-35CFB2D01524}" dt="2025-07-30T11:27:48.363" v="959" actId="207"/>
          <ac:spMkLst>
            <pc:docMk/>
            <pc:sldMk cId="1077519640" sldId="272"/>
            <ac:spMk id="9" creationId="{14273A19-99D0-FD52-C6EF-D221F27A3F01}"/>
          </ac:spMkLst>
        </pc:spChg>
        <pc:spChg chg="add mod ord">
          <ac:chgData name="Korochkina, Maria" userId="c909cca0-0566-42e0-8dc0-791f330c8ce2" providerId="ADAL" clId="{75869836-5F34-4F24-AA57-35CFB2D01524}" dt="2025-07-30T11:32:06.316" v="1213" actId="167"/>
          <ac:spMkLst>
            <pc:docMk/>
            <pc:sldMk cId="1077519640" sldId="272"/>
            <ac:spMk id="14" creationId="{A9F9BC41-98F1-AC75-17CC-817674857142}"/>
          </ac:spMkLst>
        </pc:spChg>
      </pc:sldChg>
      <pc:sldChg chg="addSp delSp modSp add mod">
        <pc:chgData name="Korochkina, Maria" userId="c909cca0-0566-42e0-8dc0-791f330c8ce2" providerId="ADAL" clId="{75869836-5F34-4F24-AA57-35CFB2D01524}" dt="2025-07-30T11:34:06.366" v="1239" actId="207"/>
        <pc:sldMkLst>
          <pc:docMk/>
          <pc:sldMk cId="3952083140" sldId="273"/>
        </pc:sldMkLst>
        <pc:spChg chg="add del mod">
          <ac:chgData name="Korochkina, Maria" userId="c909cca0-0566-42e0-8dc0-791f330c8ce2" providerId="ADAL" clId="{75869836-5F34-4F24-AA57-35CFB2D01524}" dt="2025-07-30T11:34:06.366" v="1239" actId="207"/>
          <ac:spMkLst>
            <pc:docMk/>
            <pc:sldMk cId="3952083140" sldId="273"/>
            <ac:spMk id="3" creationId="{4F224AA2-7811-63AD-9D6F-2AE5F3BDFE1E}"/>
          </ac:spMkLst>
        </pc:spChg>
      </pc:sldChg>
      <pc:sldChg chg="modSp new del mod">
        <pc:chgData name="Korochkina, Maria" userId="c909cca0-0566-42e0-8dc0-791f330c8ce2" providerId="ADAL" clId="{75869836-5F34-4F24-AA57-35CFB2D01524}" dt="2025-07-30T16:37:34.192" v="1554" actId="47"/>
        <pc:sldMkLst>
          <pc:docMk/>
          <pc:sldMk cId="403934106" sldId="274"/>
        </pc:sldMkLst>
      </pc:sldChg>
      <pc:sldChg chg="modSp new del mod">
        <pc:chgData name="Korochkina, Maria" userId="c909cca0-0566-42e0-8dc0-791f330c8ce2" providerId="ADAL" clId="{75869836-5F34-4F24-AA57-35CFB2D01524}" dt="2025-07-30T16:36:31.443" v="1466" actId="47"/>
        <pc:sldMkLst>
          <pc:docMk/>
          <pc:sldMk cId="3411628879" sldId="274"/>
        </pc:sldMkLst>
      </pc:sldChg>
      <pc:sldChg chg="addSp delSp modSp new del mod modNotesTx">
        <pc:chgData name="Korochkina, Maria" userId="c909cca0-0566-42e0-8dc0-791f330c8ce2" providerId="ADAL" clId="{75869836-5F34-4F24-AA57-35CFB2D01524}" dt="2025-07-30T16:56:49.286" v="2450" actId="47"/>
        <pc:sldMkLst>
          <pc:docMk/>
          <pc:sldMk cId="380034708" sldId="275"/>
        </pc:sldMkLst>
      </pc:sldChg>
      <pc:sldChg chg="modSp new mod modNotesTx">
        <pc:chgData name="Korochkina, Maria" userId="c909cca0-0566-42e0-8dc0-791f330c8ce2" providerId="ADAL" clId="{75869836-5F34-4F24-AA57-35CFB2D01524}" dt="2025-07-30T16:59:13.858" v="2633" actId="255"/>
        <pc:sldMkLst>
          <pc:docMk/>
          <pc:sldMk cId="3894889771" sldId="276"/>
        </pc:sldMkLst>
        <pc:spChg chg="mod">
          <ac:chgData name="Korochkina, Maria" userId="c909cca0-0566-42e0-8dc0-791f330c8ce2" providerId="ADAL" clId="{75869836-5F34-4F24-AA57-35CFB2D01524}" dt="2025-07-30T16:56:54.173" v="2457" actId="20577"/>
          <ac:spMkLst>
            <pc:docMk/>
            <pc:sldMk cId="3894889771" sldId="276"/>
            <ac:spMk id="2" creationId="{994C462D-D770-9164-0766-4EF93C8BFDAC}"/>
          </ac:spMkLst>
        </pc:spChg>
        <pc:spChg chg="mod">
          <ac:chgData name="Korochkina, Maria" userId="c909cca0-0566-42e0-8dc0-791f330c8ce2" providerId="ADAL" clId="{75869836-5F34-4F24-AA57-35CFB2D01524}" dt="2025-07-30T16:59:13.858" v="2633" actId="255"/>
          <ac:spMkLst>
            <pc:docMk/>
            <pc:sldMk cId="3894889771" sldId="276"/>
            <ac:spMk id="3" creationId="{1A583918-D2AB-E2F8-F120-F41ACFED2543}"/>
          </ac:spMkLst>
        </pc:spChg>
      </pc:sldChg>
      <pc:sldChg chg="addSp delSp modSp new mod modNotesTx">
        <pc:chgData name="Korochkina, Maria" userId="c909cca0-0566-42e0-8dc0-791f330c8ce2" providerId="ADAL" clId="{75869836-5F34-4F24-AA57-35CFB2D01524}" dt="2025-08-03T12:38:59.555" v="3567" actId="20577"/>
        <pc:sldMkLst>
          <pc:docMk/>
          <pc:sldMk cId="3776110978" sldId="277"/>
        </pc:sldMkLst>
        <pc:spChg chg="mod">
          <ac:chgData name="Korochkina, Maria" userId="c909cca0-0566-42e0-8dc0-791f330c8ce2" providerId="ADAL" clId="{75869836-5F34-4F24-AA57-35CFB2D01524}" dt="2025-08-03T10:55:14.625" v="2699" actId="20577"/>
          <ac:spMkLst>
            <pc:docMk/>
            <pc:sldMk cId="3776110978" sldId="277"/>
            <ac:spMk id="2" creationId="{1225272C-F8F0-720D-8648-8F1F3F966455}"/>
          </ac:spMkLst>
        </pc:spChg>
        <pc:spChg chg="add del mod">
          <ac:chgData name="Korochkina, Maria" userId="c909cca0-0566-42e0-8dc0-791f330c8ce2" providerId="ADAL" clId="{75869836-5F34-4F24-AA57-35CFB2D01524}" dt="2025-08-03T12:38:40.622" v="3517" actId="5793"/>
          <ac:spMkLst>
            <pc:docMk/>
            <pc:sldMk cId="3776110978" sldId="277"/>
            <ac:spMk id="3" creationId="{CC479CF7-2385-A601-3FC7-7809174945A1}"/>
          </ac:spMkLst>
        </pc:spChg>
      </pc:sldChg>
      <pc:sldChg chg="addSp modSp add mod modNotesTx">
        <pc:chgData name="Korochkina, Maria" userId="c909cca0-0566-42e0-8dc0-791f330c8ce2" providerId="ADAL" clId="{75869836-5F34-4F24-AA57-35CFB2D01524}" dt="2025-08-03T13:43:58.982" v="4074"/>
        <pc:sldMkLst>
          <pc:docMk/>
          <pc:sldMk cId="2767456358" sldId="278"/>
        </pc:sldMkLst>
        <pc:spChg chg="mod">
          <ac:chgData name="Korochkina, Maria" userId="c909cca0-0566-42e0-8dc0-791f330c8ce2" providerId="ADAL" clId="{75869836-5F34-4F24-AA57-35CFB2D01524}" dt="2025-08-03T12:40:51.061" v="3580" actId="20577"/>
          <ac:spMkLst>
            <pc:docMk/>
            <pc:sldMk cId="2767456358" sldId="278"/>
            <ac:spMk id="2" creationId="{18E5A3ED-890E-D906-6E51-C8F3094B1100}"/>
          </ac:spMkLst>
        </pc:spChg>
        <pc:spChg chg="mod">
          <ac:chgData name="Korochkina, Maria" userId="c909cca0-0566-42e0-8dc0-791f330c8ce2" providerId="ADAL" clId="{75869836-5F34-4F24-AA57-35CFB2D01524}" dt="2025-08-03T12:45:16.715" v="4005" actId="20577"/>
          <ac:spMkLst>
            <pc:docMk/>
            <pc:sldMk cId="2767456358" sldId="278"/>
            <ac:spMk id="3" creationId="{B1ED8F6E-8AA0-BF39-7100-2C37F2267579}"/>
          </ac:spMkLst>
        </pc:spChg>
      </pc:sldChg>
      <pc:sldChg chg="addSp delSp modSp add mod modNotesTx">
        <pc:chgData name="Korochkina, Maria" userId="c909cca0-0566-42e0-8dc0-791f330c8ce2" providerId="ADAL" clId="{75869836-5F34-4F24-AA57-35CFB2D01524}" dt="2025-08-03T13:47:35.016" v="4176" actId="1076"/>
        <pc:sldMkLst>
          <pc:docMk/>
          <pc:sldMk cId="2910324387" sldId="279"/>
        </pc:sldMkLst>
        <pc:spChg chg="mod">
          <ac:chgData name="Korochkina, Maria" userId="c909cca0-0566-42e0-8dc0-791f330c8ce2" providerId="ADAL" clId="{75869836-5F34-4F24-AA57-35CFB2D01524}" dt="2025-08-03T13:44:19.329" v="4117" actId="20577"/>
          <ac:spMkLst>
            <pc:docMk/>
            <pc:sldMk cId="2910324387" sldId="279"/>
            <ac:spMk id="2" creationId="{7FF222D8-7B1A-8DEF-92BD-171AC891CC6B}"/>
          </ac:spMkLst>
        </pc:spChg>
        <pc:picChg chg="add mod">
          <ac:chgData name="Korochkina, Maria" userId="c909cca0-0566-42e0-8dc0-791f330c8ce2" providerId="ADAL" clId="{75869836-5F34-4F24-AA57-35CFB2D01524}" dt="2025-08-03T13:47:32.800" v="4175" actId="1076"/>
          <ac:picMkLst>
            <pc:docMk/>
            <pc:sldMk cId="2910324387" sldId="279"/>
            <ac:picMk id="7" creationId="{CA789F6D-1B93-107A-4DB9-C17241AED4C3}"/>
          </ac:picMkLst>
        </pc:picChg>
        <pc:picChg chg="add mod">
          <ac:chgData name="Korochkina, Maria" userId="c909cca0-0566-42e0-8dc0-791f330c8ce2" providerId="ADAL" clId="{75869836-5F34-4F24-AA57-35CFB2D01524}" dt="2025-08-03T13:47:35.016" v="4176" actId="1076"/>
          <ac:picMkLst>
            <pc:docMk/>
            <pc:sldMk cId="2910324387" sldId="279"/>
            <ac:picMk id="9" creationId="{5DF5B2EE-D1E5-218F-3F1A-410DC765AC61}"/>
          </ac:picMkLst>
        </pc:picChg>
      </pc:sldChg>
      <pc:sldChg chg="delSp modSp add del mod">
        <pc:chgData name="Korochkina, Maria" userId="c909cca0-0566-42e0-8dc0-791f330c8ce2" providerId="ADAL" clId="{75869836-5F34-4F24-AA57-35CFB2D01524}" dt="2025-08-03T13:51:40.322" v="4202" actId="47"/>
        <pc:sldMkLst>
          <pc:docMk/>
          <pc:sldMk cId="4115009910" sldId="280"/>
        </pc:sldMkLst>
      </pc:sldChg>
      <pc:sldChg chg="modSp new mod modNotesTx">
        <pc:chgData name="Korochkina, Maria" userId="c909cca0-0566-42e0-8dc0-791f330c8ce2" providerId="ADAL" clId="{75869836-5F34-4F24-AA57-35CFB2D01524}" dt="2025-08-03T13:55:04.112" v="4637" actId="20577"/>
        <pc:sldMkLst>
          <pc:docMk/>
          <pc:sldMk cId="3642316482" sldId="281"/>
        </pc:sldMkLst>
        <pc:spChg chg="mod">
          <ac:chgData name="Korochkina, Maria" userId="c909cca0-0566-42e0-8dc0-791f330c8ce2" providerId="ADAL" clId="{75869836-5F34-4F24-AA57-35CFB2D01524}" dt="2025-08-03T13:51:53.338" v="4230" actId="2711"/>
          <ac:spMkLst>
            <pc:docMk/>
            <pc:sldMk cId="3642316482" sldId="281"/>
            <ac:spMk id="2" creationId="{6701426D-32FB-C8FD-FC8C-A20DAABB58F7}"/>
          </ac:spMkLst>
        </pc:spChg>
        <pc:spChg chg="mod">
          <ac:chgData name="Korochkina, Maria" userId="c909cca0-0566-42e0-8dc0-791f330c8ce2" providerId="ADAL" clId="{75869836-5F34-4F24-AA57-35CFB2D01524}" dt="2025-08-03T13:54:49.824" v="4627" actId="255"/>
          <ac:spMkLst>
            <pc:docMk/>
            <pc:sldMk cId="3642316482" sldId="281"/>
            <ac:spMk id="3" creationId="{5D15307F-1C67-5A03-B267-23F5BE27E9F7}"/>
          </ac:spMkLst>
        </pc:spChg>
      </pc:sldChg>
      <pc:sldChg chg="addSp delSp modSp add mod modNotesTx">
        <pc:chgData name="Korochkina, Maria" userId="c909cca0-0566-42e0-8dc0-791f330c8ce2" providerId="ADAL" clId="{75869836-5F34-4F24-AA57-35CFB2D01524}" dt="2025-08-08T11:38:09.071" v="5146" actId="20577"/>
        <pc:sldMkLst>
          <pc:docMk/>
          <pc:sldMk cId="3371474765" sldId="282"/>
        </pc:sldMkLst>
        <pc:spChg chg="mod">
          <ac:chgData name="Korochkina, Maria" userId="c909cca0-0566-42e0-8dc0-791f330c8ce2" providerId="ADAL" clId="{75869836-5F34-4F24-AA57-35CFB2D01524}" dt="2025-08-03T14:42:05.759" v="4649" actId="20577"/>
          <ac:spMkLst>
            <pc:docMk/>
            <pc:sldMk cId="3371474765" sldId="282"/>
            <ac:spMk id="2" creationId="{21FB8D45-6527-9DDA-2291-F69E16F8BB47}"/>
          </ac:spMkLst>
        </pc:spChg>
        <pc:spChg chg="del mod">
          <ac:chgData name="Korochkina, Maria" userId="c909cca0-0566-42e0-8dc0-791f330c8ce2" providerId="ADAL" clId="{75869836-5F34-4F24-AA57-35CFB2D01524}" dt="2025-08-08T11:28:41.782" v="4651" actId="478"/>
          <ac:spMkLst>
            <pc:docMk/>
            <pc:sldMk cId="3371474765" sldId="282"/>
            <ac:spMk id="3" creationId="{3B6FF3C2-0FF4-2E5B-C2F6-5CD95EA5B062}"/>
          </ac:spMkLst>
        </pc:spChg>
        <pc:spChg chg="add del">
          <ac:chgData name="Korochkina, Maria" userId="c909cca0-0566-42e0-8dc0-791f330c8ce2" providerId="ADAL" clId="{75869836-5F34-4F24-AA57-35CFB2D01524}" dt="2025-08-08T11:28:50.875" v="4653" actId="22"/>
          <ac:spMkLst>
            <pc:docMk/>
            <pc:sldMk cId="3371474765" sldId="282"/>
            <ac:spMk id="5" creationId="{02060477-1D67-47DB-50A7-A4D8C9B8E0EE}"/>
          </ac:spMkLst>
        </pc:spChg>
      </pc:sldChg>
      <pc:sldChg chg="modSp add del mod">
        <pc:chgData name="Korochkina, Maria" userId="c909cca0-0566-42e0-8dc0-791f330c8ce2" providerId="ADAL" clId="{75869836-5F34-4F24-AA57-35CFB2D01524}" dt="2025-08-08T11:29:52.023" v="4679" actId="47"/>
        <pc:sldMkLst>
          <pc:docMk/>
          <pc:sldMk cId="1067129892" sldId="283"/>
        </pc:sldMkLst>
        <pc:spChg chg="mod">
          <ac:chgData name="Korochkina, Maria" userId="c909cca0-0566-42e0-8dc0-791f330c8ce2" providerId="ADAL" clId="{75869836-5F34-4F24-AA57-35CFB2D01524}" dt="2025-08-08T11:29:01.358" v="4674" actId="20577"/>
          <ac:spMkLst>
            <pc:docMk/>
            <pc:sldMk cId="1067129892" sldId="283"/>
            <ac:spMk id="2" creationId="{0CD47FEC-9179-E14D-9D28-12B055422944}"/>
          </ac:spMkLst>
        </pc:spChg>
      </pc:sldChg>
      <pc:sldChg chg="modSp new mod">
        <pc:chgData name="Korochkina, Maria" userId="c909cca0-0566-42e0-8dc0-791f330c8ce2" providerId="ADAL" clId="{75869836-5F34-4F24-AA57-35CFB2D01524}" dt="2025-08-08T11:37:46.716" v="5142" actId="255"/>
        <pc:sldMkLst>
          <pc:docMk/>
          <pc:sldMk cId="408382317" sldId="284"/>
        </pc:sldMkLst>
        <pc:spChg chg="mod">
          <ac:chgData name="Korochkina, Maria" userId="c909cca0-0566-42e0-8dc0-791f330c8ce2" providerId="ADAL" clId="{75869836-5F34-4F24-AA57-35CFB2D01524}" dt="2025-08-08T11:29:49.424" v="4678"/>
          <ac:spMkLst>
            <pc:docMk/>
            <pc:sldMk cId="408382317" sldId="284"/>
            <ac:spMk id="2" creationId="{1BC8450B-4625-3A1E-E148-F8F7C5E6368A}"/>
          </ac:spMkLst>
        </pc:spChg>
        <pc:spChg chg="mod">
          <ac:chgData name="Korochkina, Maria" userId="c909cca0-0566-42e0-8dc0-791f330c8ce2" providerId="ADAL" clId="{75869836-5F34-4F24-AA57-35CFB2D01524}" dt="2025-08-08T11:37:46.716" v="5142" actId="255"/>
          <ac:spMkLst>
            <pc:docMk/>
            <pc:sldMk cId="408382317" sldId="284"/>
            <ac:spMk id="3" creationId="{8CBED46D-8AA9-31A6-A249-BA0B2E320CF0}"/>
          </ac:spMkLst>
        </pc:spChg>
      </pc:sldChg>
      <pc:sldChg chg="add del">
        <pc:chgData name="Korochkina, Maria" userId="c909cca0-0566-42e0-8dc0-791f330c8ce2" providerId="ADAL" clId="{75869836-5F34-4F24-AA57-35CFB2D01524}" dt="2025-08-08T11:29:35.275" v="4676" actId="47"/>
        <pc:sldMkLst>
          <pc:docMk/>
          <pc:sldMk cId="3234222205" sldId="284"/>
        </pc:sldMkLst>
      </pc:sldChg>
      <pc:sldChg chg="modSp add mod">
        <pc:chgData name="Korochkina, Maria" userId="c909cca0-0566-42e0-8dc0-791f330c8ce2" providerId="ADAL" clId="{75869836-5F34-4F24-AA57-35CFB2D01524}" dt="2025-08-08T17:37:55.584" v="5160" actId="20577"/>
        <pc:sldMkLst>
          <pc:docMk/>
          <pc:sldMk cId="171488521" sldId="285"/>
        </pc:sldMkLst>
        <pc:spChg chg="mod">
          <ac:chgData name="Korochkina, Maria" userId="c909cca0-0566-42e0-8dc0-791f330c8ce2" providerId="ADAL" clId="{75869836-5F34-4F24-AA57-35CFB2D01524}" dt="2025-08-08T17:37:55.584" v="5160" actId="20577"/>
          <ac:spMkLst>
            <pc:docMk/>
            <pc:sldMk cId="171488521" sldId="285"/>
            <ac:spMk id="2" creationId="{DFB632B2-F03D-4275-21A9-482328B87982}"/>
          </ac:spMkLst>
        </pc:spChg>
      </pc:sldChg>
      <pc:sldChg chg="add">
        <pc:chgData name="Korochkina, Maria" userId="c909cca0-0566-42e0-8dc0-791f330c8ce2" providerId="ADAL" clId="{75869836-5F34-4F24-AA57-35CFB2D01524}" dt="2025-08-08T17:38:35.293" v="5161"/>
        <pc:sldMkLst>
          <pc:docMk/>
          <pc:sldMk cId="3027749522" sldId="375"/>
        </pc:sldMkLst>
      </pc:sldChg>
      <pc:sldChg chg="modSp new mod">
        <pc:chgData name="Korochkina, Maria" userId="c909cca0-0566-42e0-8dc0-791f330c8ce2" providerId="ADAL" clId="{75869836-5F34-4F24-AA57-35CFB2D01524}" dt="2025-08-08T17:39:19.784" v="5193" actId="20577"/>
        <pc:sldMkLst>
          <pc:docMk/>
          <pc:sldMk cId="3564412488" sldId="376"/>
        </pc:sldMkLst>
        <pc:spChg chg="mod">
          <ac:chgData name="Korochkina, Maria" userId="c909cca0-0566-42e0-8dc0-791f330c8ce2" providerId="ADAL" clId="{75869836-5F34-4F24-AA57-35CFB2D01524}" dt="2025-08-08T17:38:49.013" v="5173" actId="2711"/>
          <ac:spMkLst>
            <pc:docMk/>
            <pc:sldMk cId="3564412488" sldId="376"/>
            <ac:spMk id="2" creationId="{E337D70D-A24C-628B-BE57-AE0A9C1916F2}"/>
          </ac:spMkLst>
        </pc:spChg>
        <pc:spChg chg="mod">
          <ac:chgData name="Korochkina, Maria" userId="c909cca0-0566-42e0-8dc0-791f330c8ce2" providerId="ADAL" clId="{75869836-5F34-4F24-AA57-35CFB2D01524}" dt="2025-08-08T17:39:19.784" v="5193" actId="20577"/>
          <ac:spMkLst>
            <pc:docMk/>
            <pc:sldMk cId="3564412488" sldId="376"/>
            <ac:spMk id="3" creationId="{BD6D76FA-C13F-0553-FC9C-6CC75B382D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9BEE4-7396-45A3-B049-3FF4E62023A5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3E402-56A9-48C0-85C7-97D52D9440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672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362C8-CBFD-0944-AFA1-0F8187EB4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4B71B-57DE-E875-75D7-1AD6E2676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0C72B-0156-9D72-AF77-553594AF7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7E4D2-D877-3AFD-277A-8232811E5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9773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9DE0-1C21-CFEC-E00C-1D77E7E3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9DD5C-FC07-8A41-4719-F90683386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DC40E-4A8D-BC9F-9885-D8E4C3C08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88031-0355-F342-F868-8657E9C40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68813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7C96-A18B-808C-F10E-652CE97A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FD8AA-1F56-A29A-C307-09692077E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FBEC9-DDAE-2675-5243-305F0D7A2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73BD9-0027-E425-CD05-870723D99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5111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6057-9120-9F44-3502-C1B3C811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0A0F0-F8D0-201B-985D-9CB4BD209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205A3-D890-272B-4FD3-34EB56F46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4C730-F8A2-9328-ED96-70F522326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3085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7C91-0536-4A38-C8C4-07381ABC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1E896-812D-795A-9980-9545D149F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26290-054F-25C8-76C9-A07583ACD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1F638-8DA5-BDD2-DC55-72021DCA9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1190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5857-F253-EC61-1D96-4EADD5FA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A8FFB-F684-9E66-B6D7-9430397BC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81E7B-6F8D-4786-A4DE-88F848099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CDB11-1401-599D-CB1F-351DEDD9A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972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836F-50C1-BE2F-F001-007F93D5C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54251-DA4D-4704-7E8A-D02B8C12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8C20D-5BB8-F079-D2ED-74D086C87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08E2F-A977-7F1E-D596-8C4FC0BBA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9689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45037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369C-E338-FF1A-79CB-21684E94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0B8FA-7CE2-87D9-F693-85E522FDA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61A4A-FB18-BDC9-3278-4E028D462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EA4D5-09F7-02AD-4856-E2AAFB63E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0305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60215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6721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447B-798F-CBA1-AD40-1084AEDF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BBD3F-DA19-C3F2-1068-73CB4FF3C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E7BD8-72AC-6E12-8C9A-9EAEE0ED9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510C8-F5F2-4FD9-E039-D31116543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13186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E9467-CBD9-A58F-9C67-2A15FE58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34DE8-45B4-F3B7-46B3-52020A1F1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82EEC-7D41-6375-4263-8BD10F4E3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9E829-3988-BE67-F2EE-74D227319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7603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E402-56A9-48C0-85C7-97D52D9440F4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061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AF18-2D18-700F-D718-B0818B645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B3C89-24D8-FABF-E967-2A6EB7AF6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9FDBA-0532-D0B7-ABB9-991AF338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ADCF9-DE82-6CF7-0138-7F678A3D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9975A-1595-C0FF-CA24-16E7222B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9014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3905-4E8D-9C91-CFAB-FC91C66C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5E9E-A91D-C070-7A72-F5559714F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1B784-06B5-AE2A-4B6B-095140C3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F976F-4E91-977C-A128-1C179673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8A13B-E202-04D5-3E81-0743C042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263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D58C-A528-0922-328A-9211CF7D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0A1C3-0328-1F16-BFE5-A8601960D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E7077-C999-FF28-A18E-E534E0FA5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F2C42-DA04-A688-CB8E-29D6996A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FA2B7-7E87-932A-9131-976A99D1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264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2B33-9B08-7C1B-7B98-981DC639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0FDF7-2473-8F32-6E4A-B70CABA6B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40722-145F-AC1C-8B22-1D8CA672E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8C61A-3E34-63E1-A14C-D0889743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F38F3-0379-26A5-D2A0-6E6722A0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193D7-F75D-C879-4E27-707D1EBA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636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91E1-38B3-2A38-1DE7-1856D752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33DB-4482-8840-C4A0-E5D93C474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807DA-657C-2AF3-3FF3-A9B5A753D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1FB09-1B1C-A4A6-035C-1845C5E63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AFB9D-04D8-AC5C-B9A8-B6F3A4DF6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0A36B-31AE-A3BE-1B96-876EDF0E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EF2C1-C51A-1020-63BD-D00EC110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9F9A89-79DF-CA14-D1C9-5F2CEFCA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517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B0AA-CCD4-0C69-7DFE-16695159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EDB1D-B06F-FE45-B267-5BA8390A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0BEE0-3E9D-F478-8C4A-8D3E61DB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EE378-B905-15A8-CDFF-F5D81035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7426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2AC75-0D49-32B4-2AB6-69AE3189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7F6D6-3DD5-56FE-23E2-25417B3D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92094-461F-6600-CE38-44652A53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374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4FFF-C41C-3155-FB4E-9AFFAF5C6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409C-2D6F-FCA1-0EBC-847350592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91F04-D26F-ED1A-59D3-90A2A5905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4D05D-6BC3-316D-5684-A6F63C2C8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1C656-266D-E99B-CD5B-061141F06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1DBF2-CAB9-26E5-895C-87359695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6015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5981-C8BE-8547-729F-5D812BE9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AACB7-5462-2FE1-CEF8-BBE6F35E1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745D9-851C-F0B0-6561-40A39AA97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A1149-F58B-09B7-1349-BE8D99FC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2A356-47F4-1900-FB2E-356168A8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4C505-F330-4BE7-21A1-135788CF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859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C147-AE85-1F1C-C3ED-6BE3E3D2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08CA0-DB78-7FEF-A09D-C02EDF778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BF18-C14A-43A1-E75A-9099DBC8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1232-3DF4-572C-3FCD-4F27BFE4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497C6-3747-273C-66F0-EE4A5930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682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5B20F-20D4-F2D6-999E-40F20E107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2EDA7-EF0C-0BAF-ED60-C6A3F7B09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EB5F9-0D69-1755-6AE3-B54117DB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C8544-9934-8FCF-2202-1A1F9296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F14FE-1DF5-F623-12D4-6B6ECEC6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103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8CA6B-30D1-2511-8052-31B9BD2C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08C17-1040-FF50-5AB1-82FA1C76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77808-0030-0E0D-9B92-A355E48C4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10ACD-79C8-41FF-A78C-1E87BB77729C}" type="datetimeFigureOut">
              <a:rPr lang="en-DE" smtClean="0"/>
              <a:t>18/02/2026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3C431-A5AE-5923-C7E4-D74B13C52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90529-C187-17EC-DECD-00F537B35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96EB1-449F-4064-B65A-A334B75BCD5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8529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kna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" TargetMode="External"/><Relationship Id="rId2" Type="http://schemas.openxmlformats.org/officeDocument/2006/relationships/hyperlink" Target="https://jupyter.org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www.spyder-id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sit.co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hopy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iakna/SEDarc2026_Python_for_Data_and_Research_Insights_for_R_Users.git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kna.github.io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C52C-02B7-FF58-DBFA-D146D095E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for data and research: Insights for R users</a:t>
            </a:r>
            <a:endParaRPr lang="en-DE" dirty="0"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9AD9D-2A35-C4CE-8478-73D1A22E1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6700"/>
            <a:ext cx="9144000" cy="1181100"/>
          </a:xfrm>
        </p:spPr>
        <p:txBody>
          <a:bodyPr/>
          <a:lstStyle/>
          <a:p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Maria Korochkina, PhD</a:t>
            </a:r>
          </a:p>
          <a:p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https://mariakna.github.io/</a:t>
            </a:r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99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C254-2F3E-9FD3-C877-86156FC6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679403E-688A-A148-57AA-8746AE71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</a:t>
            </a:r>
            <a:r>
              <a:rPr lang="en-GB" sz="2200" dirty="0" err="1">
                <a:latin typeface="Abadi" panose="020B0604020104020204" pitchFamily="34" charset="0"/>
              </a:rPr>
              <a:t>Rstudio</a:t>
            </a:r>
            <a:r>
              <a:rPr lang="en-GB" sz="2200" dirty="0">
                <a:latin typeface="Abadi" panose="020B0604020104020204" pitchFamily="34" charset="0"/>
              </a:rPr>
              <a:t> (Posit)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solidFill>
                  <a:schemeClr val="bg1"/>
                </a:solidFill>
                <a:latin typeface="Abadi" panose="020B0604020104020204" pitchFamily="34" charset="0"/>
              </a:rPr>
              <a:t>data.table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ggplot2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E6E24-903F-31A8-C4D0-A5E58A93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92FF2-8C6C-2A4E-B303-786EBA69E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978"/>
          <a:stretch>
            <a:fillRect/>
          </a:stretch>
        </p:blipFill>
        <p:spPr>
          <a:xfrm>
            <a:off x="1253767" y="4213771"/>
            <a:ext cx="3014902" cy="3341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31A3D3-FB3C-3EE3-2096-DF1C2C582968}"/>
              </a:ext>
            </a:extLst>
          </p:cNvPr>
          <p:cNvSpPr txBox="1"/>
          <p:nvPr/>
        </p:nvSpPr>
        <p:spPr>
          <a:xfrm>
            <a:off x="4508566" y="4147827"/>
            <a:ext cx="4463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badi" panose="020B0604020104020204" pitchFamily="34" charset="0"/>
              </a:rPr>
              <a:t>“Var” is a numeric vector of length 1!</a:t>
            </a:r>
            <a:endParaRPr lang="en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82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99EC3-8395-A34B-6770-877E6197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0B3A92-679E-AF0F-FD3D-27C60CC9F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solidFill>
                  <a:schemeClr val="bg1"/>
                </a:solidFill>
                <a:latin typeface="Abadi" panose="020B0604020104020204" pitchFamily="34" charset="0"/>
              </a:rPr>
              <a:t>data.table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ggplot2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E696F-CC25-B977-B5B3-4D92A116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B957F-F4BB-1168-F479-8EB83BFCA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978"/>
          <a:stretch>
            <a:fillRect/>
          </a:stretch>
        </p:blipFill>
        <p:spPr>
          <a:xfrm>
            <a:off x="1253767" y="4213771"/>
            <a:ext cx="3014902" cy="33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6962F5-6FF6-E630-E24F-4C3EFD8ECD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819"/>
          <a:stretch>
            <a:fillRect/>
          </a:stretch>
        </p:blipFill>
        <p:spPr>
          <a:xfrm>
            <a:off x="1253767" y="4213771"/>
            <a:ext cx="3014902" cy="67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82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27326-BE72-E25A-0607-E3637C16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17E97E-9121-E03B-162E-FEA38F6F1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solidFill>
                  <a:schemeClr val="bg1"/>
                </a:solidFill>
                <a:latin typeface="Abadi" panose="020B0604020104020204" pitchFamily="34" charset="0"/>
              </a:rPr>
              <a:t>data.table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ggplot2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2B2F7-61DC-4D65-5EBD-3832C1F2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B9751-8A87-BCDD-DA8D-ADD953DB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978"/>
          <a:stretch>
            <a:fillRect/>
          </a:stretch>
        </p:blipFill>
        <p:spPr>
          <a:xfrm>
            <a:off x="1253767" y="4213771"/>
            <a:ext cx="3014902" cy="33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82CA6F-796E-94C6-6C81-18BF253702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819"/>
          <a:stretch>
            <a:fillRect/>
          </a:stretch>
        </p:blipFill>
        <p:spPr>
          <a:xfrm>
            <a:off x="1253767" y="4213771"/>
            <a:ext cx="3014902" cy="67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F0EB18-B38E-77C2-6936-C9663FACB6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21"/>
          <a:stretch>
            <a:fillRect/>
          </a:stretch>
        </p:blipFill>
        <p:spPr>
          <a:xfrm>
            <a:off x="1253767" y="4213771"/>
            <a:ext cx="3014902" cy="141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6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3320-73E6-3CC8-3429-07C8E45A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B8762EA-6F1B-5D2A-63D9-5FE392BE2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solidFill>
                  <a:schemeClr val="bg1"/>
                </a:solidFill>
                <a:latin typeface="Abadi" panose="020B0604020104020204" pitchFamily="34" charset="0"/>
              </a:rPr>
              <a:t>data.table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ggplot2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2325-E8C7-90A9-7C86-BC006C13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C5725-BC56-232C-9AD4-A943E17595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978"/>
          <a:stretch>
            <a:fillRect/>
          </a:stretch>
        </p:blipFill>
        <p:spPr>
          <a:xfrm>
            <a:off x="1253767" y="4213771"/>
            <a:ext cx="3014902" cy="33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2E14E1-CE81-C880-7046-BE9F5964D7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819"/>
          <a:stretch>
            <a:fillRect/>
          </a:stretch>
        </p:blipFill>
        <p:spPr>
          <a:xfrm>
            <a:off x="1253767" y="4213771"/>
            <a:ext cx="3014902" cy="67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F61F4F-7C05-72FF-D926-2848003D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21"/>
          <a:stretch>
            <a:fillRect/>
          </a:stretch>
        </p:blipFill>
        <p:spPr>
          <a:xfrm>
            <a:off x="1253767" y="4213771"/>
            <a:ext cx="3014902" cy="1417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FC4D2A-450B-63AD-3384-CBBAA8D68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166"/>
          <a:stretch>
            <a:fillRect/>
          </a:stretch>
        </p:blipFill>
        <p:spPr>
          <a:xfrm>
            <a:off x="1251869" y="4212535"/>
            <a:ext cx="3016800" cy="164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3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F7F81-A57A-395F-154E-47F1E5AC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58D0C5C-A4A4-9FC8-FBDA-9B988805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solidFill>
                  <a:schemeClr val="bg1"/>
                </a:solidFill>
                <a:latin typeface="Abadi" panose="020B0604020104020204" pitchFamily="34" charset="0"/>
              </a:rPr>
              <a:t>data.table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ggplot2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FC91D-60F5-86EA-5BCB-542E8E16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A2146-82D8-12DB-04FE-92F376CED5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978"/>
          <a:stretch>
            <a:fillRect/>
          </a:stretch>
        </p:blipFill>
        <p:spPr>
          <a:xfrm>
            <a:off x="1253767" y="4213771"/>
            <a:ext cx="3014902" cy="33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27B0F-B970-0DEE-F60B-E8E688DEC0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819"/>
          <a:stretch>
            <a:fillRect/>
          </a:stretch>
        </p:blipFill>
        <p:spPr>
          <a:xfrm>
            <a:off x="1253767" y="4213771"/>
            <a:ext cx="3014902" cy="67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EEDF36-B418-0B2E-8388-699A2BF52A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21"/>
          <a:stretch>
            <a:fillRect/>
          </a:stretch>
        </p:blipFill>
        <p:spPr>
          <a:xfrm>
            <a:off x="1253767" y="4213771"/>
            <a:ext cx="3014902" cy="1417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425B33-C5C1-E2EF-5330-1359B5DB96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166"/>
          <a:stretch>
            <a:fillRect/>
          </a:stretch>
        </p:blipFill>
        <p:spPr>
          <a:xfrm>
            <a:off x="1251869" y="4212535"/>
            <a:ext cx="3016800" cy="1646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783F32-2E07-CC45-4580-BE99A0DA5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104" y="5594683"/>
            <a:ext cx="1473565" cy="21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4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7CBF-A83D-B0B5-D096-0BB5D57B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7A2707-CC9D-93A8-7562-BEF2D1150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solidFill>
                  <a:schemeClr val="bg1"/>
                </a:solidFill>
                <a:latin typeface="Abadi" panose="020B0604020104020204" pitchFamily="34" charset="0"/>
              </a:rPr>
              <a:t>data.table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ggplot2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949E4-D011-79CA-A391-FC135BFA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42FE0-4E7F-F2C3-B7AD-9805C8614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978"/>
          <a:stretch>
            <a:fillRect/>
          </a:stretch>
        </p:blipFill>
        <p:spPr>
          <a:xfrm>
            <a:off x="1253767" y="4213771"/>
            <a:ext cx="3014902" cy="33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4B532E-4808-B84A-4246-25F08BF873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819"/>
          <a:stretch>
            <a:fillRect/>
          </a:stretch>
        </p:blipFill>
        <p:spPr>
          <a:xfrm>
            <a:off x="1253767" y="4213771"/>
            <a:ext cx="3014902" cy="67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DC9DED-2D78-2C80-9CAA-4152F47E5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21"/>
          <a:stretch>
            <a:fillRect/>
          </a:stretch>
        </p:blipFill>
        <p:spPr>
          <a:xfrm>
            <a:off x="1253767" y="4213771"/>
            <a:ext cx="3014902" cy="1417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2C305E-2AB3-3469-36B5-D9CF05001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69" y="4212535"/>
            <a:ext cx="3016800" cy="19644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B30BC4-96FA-E109-BEFC-19FC3F6E8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104" y="5594683"/>
            <a:ext cx="1473565" cy="2171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992C1D-1623-9FEF-7A6D-FFBB1CB0A78F}"/>
              </a:ext>
            </a:extLst>
          </p:cNvPr>
          <p:cNvSpPr txBox="1"/>
          <p:nvPr/>
        </p:nvSpPr>
        <p:spPr>
          <a:xfrm>
            <a:off x="4678535" y="5469077"/>
            <a:ext cx="6259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badi" panose="020B0604020104020204" pitchFamily="34" charset="0"/>
              </a:rPr>
              <a:t>Operations are applied to whole arrays of data at once rather than processing data element-by-element</a:t>
            </a:r>
            <a:endParaRPr lang="en-DE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1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6480-B60F-696D-4294-230EB91C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9F9BC41-98F1-AC75-17CC-817674857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solidFill>
                  <a:schemeClr val="bg1"/>
                </a:solidFill>
                <a:latin typeface="Abadi" panose="020B0604020104020204" pitchFamily="34" charset="0"/>
              </a:rPr>
              <a:t>data.table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solidFill>
                  <a:schemeClr val="bg1"/>
                </a:solidFill>
                <a:latin typeface="Abadi" panose="020B0604020104020204" pitchFamily="34" charset="0"/>
              </a:rPr>
              <a:t>ggplot2</a:t>
            </a:r>
            <a:r>
              <a:rPr lang="en-GB" sz="2000" dirty="0">
                <a:solidFill>
                  <a:schemeClr val="bg1"/>
                </a:solidFill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D6A3D-CF36-B48A-A889-B45D045D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3EB3F-0AE0-E44E-2AE8-28FCC9CE54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978"/>
          <a:stretch>
            <a:fillRect/>
          </a:stretch>
        </p:blipFill>
        <p:spPr>
          <a:xfrm>
            <a:off x="1253767" y="4213771"/>
            <a:ext cx="3014902" cy="334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8F4390-CE59-05DF-CC83-8364DCE39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819"/>
          <a:stretch>
            <a:fillRect/>
          </a:stretch>
        </p:blipFill>
        <p:spPr>
          <a:xfrm>
            <a:off x="1253767" y="4213771"/>
            <a:ext cx="3014902" cy="67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C2EE69-14B1-B2D9-F933-E0E91EEE13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21"/>
          <a:stretch>
            <a:fillRect/>
          </a:stretch>
        </p:blipFill>
        <p:spPr>
          <a:xfrm>
            <a:off x="1253767" y="4213771"/>
            <a:ext cx="3014902" cy="1417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124315-9DED-9FA8-D632-9900B7BC0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69" y="4212535"/>
            <a:ext cx="3016800" cy="19644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E22473-3F62-2607-E9DD-80FC2CEF4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104" y="5594683"/>
            <a:ext cx="1473565" cy="2171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9E2AB8-A59F-59C2-0D24-C84D82B94D6E}"/>
              </a:ext>
            </a:extLst>
          </p:cNvPr>
          <p:cNvSpPr txBox="1"/>
          <p:nvPr/>
        </p:nvSpPr>
        <p:spPr>
          <a:xfrm>
            <a:off x="4678535" y="5469077"/>
            <a:ext cx="6259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badi" panose="020B0604020104020204" pitchFamily="34" charset="0"/>
              </a:rPr>
              <a:t>Operations are applied to whole arrays of data at once rather than processing data element-by-element</a:t>
            </a:r>
            <a:endParaRPr lang="en-DE" sz="2000" dirty="0">
              <a:latin typeface="Abadi" panose="020B0604020104020204" pitchFamily="34" charset="0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408514C0-1627-4F43-2B99-585F10234EEA}"/>
              </a:ext>
            </a:extLst>
          </p:cNvPr>
          <p:cNvSpPr/>
          <p:nvPr/>
        </p:nvSpPr>
        <p:spPr>
          <a:xfrm>
            <a:off x="7568918" y="4745360"/>
            <a:ext cx="484632" cy="552810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73A19-99D0-FD52-C6EF-D221F27A3F01}"/>
              </a:ext>
            </a:extLst>
          </p:cNvPr>
          <p:cNvSpPr txBox="1"/>
          <p:nvPr/>
        </p:nvSpPr>
        <p:spPr>
          <a:xfrm>
            <a:off x="4678535" y="4174344"/>
            <a:ext cx="6259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C00000"/>
                </a:solidFill>
                <a:latin typeface="Abadi" panose="020B0604020104020204" pitchFamily="34" charset="0"/>
              </a:rPr>
              <a:t>Code is shorter, easier to read, and faster to run!</a:t>
            </a:r>
            <a:endParaRPr lang="en-DE" sz="2000" dirty="0">
              <a:solidFill>
                <a:srgbClr val="C0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51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AD5D-1AE9-9CA7-309B-8E279C18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3A8EE60-602A-E6E6-1E59-A41DBED3C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latin typeface="Abadi" panose="020B0604020104020204" pitchFamily="34" charset="0"/>
              </a:rPr>
              <a:t>data.table</a:t>
            </a:r>
            <a:r>
              <a:rPr lang="en-GB" sz="2000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latin typeface="Abadi" panose="020B0604020104020204" pitchFamily="34" charset="0"/>
              </a:rPr>
              <a:t>ggplot2</a:t>
            </a:r>
            <a:r>
              <a:rPr lang="en-GB" sz="2000" dirty="0"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bg1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61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DD09-0878-3BE3-CB9F-BF9F66A2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4EDA-3D7B-5B15-9AA6-C7CB456CC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What is R?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24AA2-7811-63AD-9D6F-2AE5F3BDF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is a programming language &amp; environment specifically designed for statistical computing and data analysis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R was created by statisticians for statisticians, and is not a general-purpose programming language</a:t>
            </a:r>
          </a:p>
          <a:p>
            <a:pPr>
              <a:spcAft>
                <a:spcPts val="600"/>
              </a:spcAft>
            </a:pPr>
            <a:r>
              <a:rPr lang="en-GB" sz="2200" dirty="0">
                <a:latin typeface="Abadi" panose="020B0604020104020204" pitchFamily="34" charset="0"/>
              </a:rPr>
              <a:t>Has a default IDE called RStudio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Vectorised approach to data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Optimised for the manipulation &amp; analysis of tabular data (e.g., </a:t>
            </a:r>
            <a:r>
              <a:rPr lang="en-GB" sz="2000" i="1" dirty="0">
                <a:latin typeface="Abadi" panose="020B0604020104020204" pitchFamily="34" charset="0"/>
              </a:rPr>
              <a:t>tidyverse, </a:t>
            </a:r>
            <a:r>
              <a:rPr lang="en-GB" sz="2000" i="1" dirty="0" err="1">
                <a:latin typeface="Abadi" panose="020B0604020104020204" pitchFamily="34" charset="0"/>
              </a:rPr>
              <a:t>data.table</a:t>
            </a:r>
            <a:r>
              <a:rPr lang="en-GB" sz="2000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Rich ecosystem of packages for data analysis &amp; stats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Excellent visualisation tools (e.g., </a:t>
            </a:r>
            <a:r>
              <a:rPr lang="en-GB" sz="2000" i="1" dirty="0">
                <a:latin typeface="Abadi" panose="020B0604020104020204" pitchFamily="34" charset="0"/>
              </a:rPr>
              <a:t>ggplot2</a:t>
            </a:r>
            <a:r>
              <a:rPr lang="en-GB" sz="2000" dirty="0">
                <a:latin typeface="Abadi" panose="020B0604020104020204" pitchFamily="34" charset="0"/>
              </a:rPr>
              <a:t>)</a:t>
            </a:r>
          </a:p>
          <a:p>
            <a:pPr lvl="1"/>
            <a:endParaRPr lang="en-GB" sz="2000" dirty="0"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GB" sz="2400" dirty="0">
                <a:solidFill>
                  <a:srgbClr val="C00000"/>
                </a:solidFill>
                <a:latin typeface="Abadi" panose="020B0604020104020204" pitchFamily="34" charset="0"/>
              </a:rPr>
              <a:t>These features drive the key differences 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rgbClr val="C00000"/>
                </a:solidFill>
                <a:latin typeface="Abadi" panose="020B0604020104020204" pitchFamily="34" charset="0"/>
              </a:rPr>
              <a:t>between R and other programming languages</a:t>
            </a:r>
            <a:endParaRPr lang="en-DE" sz="2400" dirty="0">
              <a:solidFill>
                <a:srgbClr val="C0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08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462D-D770-9164-0766-4EF93C8B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When would you need Python?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3918-D2AB-E2F8-F120-F41ACFED2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95662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rgbClr val="C00000"/>
                </a:solidFill>
                <a:latin typeface="Abadi" panose="020B0604020104020204" pitchFamily="34" charset="0"/>
              </a:rPr>
              <a:t>Analysis of complex non-tabular data </a:t>
            </a:r>
            <a:r>
              <a:rPr lang="en-US" sz="2200" dirty="0">
                <a:latin typeface="Abadi" panose="020B0604020104020204" pitchFamily="34" charset="0"/>
              </a:rPr>
              <a:t>(e.g., text, images, sound)</a:t>
            </a:r>
          </a:p>
          <a:p>
            <a:pPr>
              <a:spcAft>
                <a:spcPts val="600"/>
              </a:spcAft>
            </a:pPr>
            <a:r>
              <a:rPr lang="en-US" sz="2200" b="1" dirty="0">
                <a:solidFill>
                  <a:srgbClr val="C00000"/>
                </a:solidFill>
                <a:latin typeface="Abadi" panose="020B0604020104020204" pitchFamily="34" charset="0"/>
              </a:rPr>
              <a:t>Certain computational approaches</a:t>
            </a:r>
            <a:endParaRPr lang="en-US" sz="2200" dirty="0">
              <a:latin typeface="Abadi" panose="020B0604020104020204" pitchFamily="34" charset="0"/>
            </a:endParaRP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Natural Language Processing (NLP)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Machine Learning &amp; AI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High-performance computing (</a:t>
            </a:r>
            <a:r>
              <a:rPr lang="en-US" sz="2000" dirty="0" err="1">
                <a:latin typeface="Abadi" panose="020B0604020104020204" pitchFamily="34" charset="0"/>
              </a:rPr>
              <a:t>parallelisation</a:t>
            </a:r>
            <a:r>
              <a:rPr lang="en-US" sz="2000" dirty="0">
                <a:latin typeface="Abadi" panose="020B0604020104020204" pitchFamily="34" charset="0"/>
              </a:rPr>
              <a:t>, GPU computing)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200" b="1" dirty="0">
                <a:solidFill>
                  <a:srgbClr val="C00000"/>
                </a:solidFill>
                <a:latin typeface="Abadi" panose="020B0604020104020204" pitchFamily="34" charset="0"/>
              </a:rPr>
              <a:t>Online data acquisition &amp; generation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Web scraping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Working with APIs (automated data retrieval from online services or databases)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Data engineering (handling large-scale or distributed datasets)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200" b="1" dirty="0">
                <a:solidFill>
                  <a:srgbClr val="C00000"/>
                </a:solidFill>
                <a:latin typeface="Abadi" panose="020B0604020104020204" pitchFamily="34" charset="0"/>
              </a:rPr>
              <a:t>General research &amp; programming tasks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Experiment development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Systems automation and integration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General programming (e.g., app development)</a:t>
            </a:r>
          </a:p>
        </p:txBody>
      </p:sp>
    </p:spTree>
    <p:extLst>
      <p:ext uri="{BB962C8B-B14F-4D97-AF65-F5344CB8AC3E}">
        <p14:creationId xmlns:p14="http://schemas.microsoft.com/office/powerpoint/2010/main" val="389488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272C-F8F0-720D-8648-8F1F3F96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Python: object-oriented programming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9CF7-2385-A601-3FC7-780917494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>
                <a:latin typeface="Abadi" panose="020B0604020104020204" pitchFamily="34" charset="0"/>
              </a:rPr>
              <a:t>An OOP language is a language that organises software design around </a:t>
            </a:r>
            <a:r>
              <a:rPr lang="en-GB" sz="2200" b="1" dirty="0">
                <a:latin typeface="Abadi" panose="020B0604020104020204" pitchFamily="34" charset="0"/>
              </a:rPr>
              <a:t>objects</a:t>
            </a:r>
            <a:r>
              <a:rPr lang="en-GB" sz="2200" dirty="0">
                <a:latin typeface="Abadi" panose="020B0604020104020204" pitchFamily="34" charset="0"/>
              </a:rPr>
              <a:t> rather than functions or logic</a:t>
            </a:r>
          </a:p>
          <a:p>
            <a:r>
              <a:rPr lang="en-GB" sz="2200" dirty="0">
                <a:latin typeface="Abadi" panose="020B0604020104020204" pitchFamily="34" charset="0"/>
              </a:rPr>
              <a:t>Objects represent abstract concepts, and each object has their own properties (called </a:t>
            </a:r>
            <a:r>
              <a:rPr lang="en-GB" sz="2200" b="1" dirty="0">
                <a:latin typeface="Abadi" panose="020B0604020104020204" pitchFamily="34" charset="0"/>
              </a:rPr>
              <a:t>attributes</a:t>
            </a:r>
            <a:r>
              <a:rPr lang="en-GB" sz="2200" dirty="0">
                <a:latin typeface="Abadi" panose="020B0604020104020204" pitchFamily="34" charset="0"/>
              </a:rPr>
              <a:t> in Python) and behaviour (called </a:t>
            </a:r>
            <a:r>
              <a:rPr lang="en-GB" sz="2200" b="1" dirty="0">
                <a:latin typeface="Abadi" panose="020B0604020104020204" pitchFamily="34" charset="0"/>
              </a:rPr>
              <a:t>methods</a:t>
            </a:r>
            <a:r>
              <a:rPr lang="en-GB" sz="2200" dirty="0">
                <a:latin typeface="Abadi" panose="020B0604020104020204" pitchFamily="34" charset="0"/>
              </a:rPr>
              <a:t> in Python)</a:t>
            </a:r>
          </a:p>
          <a:p>
            <a:r>
              <a:rPr lang="en-GB" sz="2200" dirty="0">
                <a:latin typeface="Abadi" panose="020B0604020104020204" pitchFamily="34" charset="0"/>
              </a:rPr>
              <a:t>Objects are grouped into classes that define their shared attributes and behaviours</a:t>
            </a:r>
          </a:p>
          <a:p>
            <a:r>
              <a:rPr lang="en-GB" sz="2200" dirty="0">
                <a:latin typeface="Abadi" panose="020B0604020104020204" pitchFamily="34" charset="0"/>
              </a:rPr>
              <a:t>You can use Python's </a:t>
            </a:r>
            <a:r>
              <a:rPr lang="en-GB" sz="2200" b="1" dirty="0">
                <a:latin typeface="Abadi" panose="020B0604020104020204" pitchFamily="34" charset="0"/>
              </a:rPr>
              <a:t>built-in classes </a:t>
            </a:r>
            <a:r>
              <a:rPr lang="en-GB" sz="2200" dirty="0">
                <a:latin typeface="Abadi" panose="020B0604020104020204" pitchFamily="34" charset="0"/>
              </a:rPr>
              <a:t>or create your own with custom attributes and methods</a:t>
            </a:r>
          </a:p>
          <a:p>
            <a:r>
              <a:rPr lang="en-GB" sz="2200" dirty="0">
                <a:latin typeface="Abadi" panose="020B0604020104020204" pitchFamily="34" charset="0"/>
              </a:rPr>
              <a:t>Classes provide a </a:t>
            </a:r>
            <a:r>
              <a:rPr lang="en-GB" sz="2200" b="1" dirty="0">
                <a:latin typeface="Abadi" panose="020B0604020104020204" pitchFamily="34" charset="0"/>
              </a:rPr>
              <a:t>powerful way to automate and streamline your analysis</a:t>
            </a:r>
            <a:endParaRPr lang="en-DE" sz="22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11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023D-018C-1B89-DA76-44391591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5A3ED-890E-D906-6E51-C8F3094B1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Python: data types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D8F6E-8AA0-BF39-7100-2C37F226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>
                <a:latin typeface="Abadi" panose="020B0604020104020204" pitchFamily="34" charset="0"/>
              </a:rPr>
              <a:t>Integer (whole number, </a:t>
            </a:r>
            <a:r>
              <a:rPr lang="en-GB" sz="2200" i="1" dirty="0">
                <a:latin typeface="Abadi" panose="020B0604020104020204" pitchFamily="34" charset="0"/>
              </a:rPr>
              <a:t>int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  <a:p>
            <a:r>
              <a:rPr lang="en-GB" sz="2200" dirty="0">
                <a:latin typeface="Abadi" panose="020B0604020104020204" pitchFamily="34" charset="0"/>
              </a:rPr>
              <a:t>Floating point (numbers with decimal expansions, </a:t>
            </a:r>
            <a:r>
              <a:rPr lang="en-GB" sz="2200" i="1" dirty="0">
                <a:latin typeface="Abadi" panose="020B0604020104020204" pitchFamily="34" charset="0"/>
              </a:rPr>
              <a:t>float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  <a:p>
            <a:r>
              <a:rPr lang="en-GB" sz="2200" dirty="0">
                <a:latin typeface="Abadi" panose="020B0604020104020204" pitchFamily="34" charset="0"/>
              </a:rPr>
              <a:t>Boolean (True/False, </a:t>
            </a:r>
            <a:r>
              <a:rPr lang="en-GB" sz="2200" i="1" dirty="0">
                <a:latin typeface="Abadi" panose="020B0604020104020204" pitchFamily="34" charset="0"/>
              </a:rPr>
              <a:t>bool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  <a:p>
            <a:r>
              <a:rPr lang="en-GB" sz="2200" dirty="0">
                <a:latin typeface="Abadi" panose="020B0604020104020204" pitchFamily="34" charset="0"/>
              </a:rPr>
              <a:t>String (text, </a:t>
            </a:r>
            <a:r>
              <a:rPr lang="en-GB" sz="2200" i="1" dirty="0">
                <a:latin typeface="Abadi" panose="020B0604020104020204" pitchFamily="34" charset="0"/>
              </a:rPr>
              <a:t>str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  <a:p>
            <a:pPr marL="0" indent="0">
              <a:buNone/>
            </a:pPr>
            <a:endParaRPr lang="en-GB" sz="2200" dirty="0">
              <a:latin typeface="Abadi" panose="020B0604020104020204" pitchFamily="34" charset="0"/>
            </a:endParaRPr>
          </a:p>
          <a:p>
            <a:r>
              <a:rPr lang="en-GB" sz="2200" dirty="0">
                <a:latin typeface="Abadi" panose="020B0604020104020204" pitchFamily="34" charset="0"/>
              </a:rPr>
              <a:t>List (</a:t>
            </a:r>
            <a:r>
              <a:rPr lang="en-GB" sz="2200" i="1" dirty="0">
                <a:latin typeface="Abadi" panose="020B0604020104020204" pitchFamily="34" charset="0"/>
              </a:rPr>
              <a:t>list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  <a:p>
            <a:r>
              <a:rPr lang="en-GB" sz="2200" dirty="0">
                <a:latin typeface="Abadi" panose="020B0604020104020204" pitchFamily="34" charset="0"/>
              </a:rPr>
              <a:t>Dictionary (</a:t>
            </a:r>
            <a:r>
              <a:rPr lang="en-GB" sz="2200" i="1" dirty="0" err="1">
                <a:latin typeface="Abadi" panose="020B0604020104020204" pitchFamily="34" charset="0"/>
              </a:rPr>
              <a:t>dict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745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9CE7-8B8F-08BE-78A8-9B4F05E6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22D8-7B1A-8DEF-92BD-171AC891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Python: control structures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789F6D-1B93-107A-4DB9-C17241AED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65" y="2055349"/>
            <a:ext cx="5070098" cy="28971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F5B2EE-D1E5-218F-3F1A-410DC765A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55349"/>
            <a:ext cx="5006323" cy="346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2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426D-32FB-C8FD-FC8C-A20DAABB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Python: regular expressions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5307F-1C67-5A03-B267-23F5BE27E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>
                <a:latin typeface="Abadi" panose="020B0604020104020204" pitchFamily="34" charset="0"/>
              </a:rPr>
              <a:t>Regular expressions are a way to express textual patterns</a:t>
            </a:r>
          </a:p>
          <a:p>
            <a:r>
              <a:rPr lang="en-GB" sz="2200" dirty="0">
                <a:latin typeface="Abadi" panose="020B0604020104020204" pitchFamily="34" charset="0"/>
              </a:rPr>
              <a:t>You can use </a:t>
            </a:r>
            <a:r>
              <a:rPr lang="en-GB" sz="2200" dirty="0" err="1">
                <a:latin typeface="Abadi" panose="020B0604020104020204" pitchFamily="34" charset="0"/>
              </a:rPr>
              <a:t>RegEx</a:t>
            </a:r>
            <a:r>
              <a:rPr lang="en-GB" sz="2200" dirty="0">
                <a:latin typeface="Abadi" panose="020B0604020104020204" pitchFamily="34" charset="0"/>
              </a:rPr>
              <a:t> to search for specific patterns in a text, or to validate a string (e.g., whether an email address someone gave you is a valid email address)</a:t>
            </a:r>
          </a:p>
          <a:p>
            <a:r>
              <a:rPr lang="en-GB" sz="2200" dirty="0" err="1">
                <a:latin typeface="Abadi" panose="020B0604020104020204" pitchFamily="34" charset="0"/>
              </a:rPr>
              <a:t>RegEx</a:t>
            </a:r>
            <a:r>
              <a:rPr lang="en-GB" sz="2200" dirty="0">
                <a:latin typeface="Abadi" panose="020B0604020104020204" pitchFamily="34" charset="0"/>
              </a:rPr>
              <a:t> can be difficult to write correctly; a good resource is </a:t>
            </a:r>
            <a:r>
              <a:rPr lang="en-US" sz="2200" dirty="0">
                <a:hlinkClick r:id="rId3"/>
              </a:rPr>
              <a:t>https://regex101.com</a:t>
            </a:r>
            <a:endParaRPr lang="en-DE" sz="2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31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38E8-E32C-56DD-3440-B502F89F6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sz="2200" b="1" dirty="0" err="1">
                <a:latin typeface="Abadi" panose="020B0604020104020204" pitchFamily="34" charset="0"/>
              </a:rPr>
              <a:t>Jupyter</a:t>
            </a:r>
            <a:r>
              <a:rPr lang="en-GB" sz="2200" b="1" dirty="0">
                <a:latin typeface="Abadi" panose="020B0604020104020204" pitchFamily="34" charset="0"/>
              </a:rPr>
              <a:t> Notebook / </a:t>
            </a:r>
            <a:r>
              <a:rPr lang="en-GB" sz="2200" b="1" dirty="0" err="1">
                <a:latin typeface="Abadi" panose="020B0604020104020204" pitchFamily="34" charset="0"/>
              </a:rPr>
              <a:t>JupyterLab</a:t>
            </a:r>
            <a:r>
              <a:rPr lang="en-GB" sz="2200" b="1" dirty="0">
                <a:latin typeface="Abadi" panose="020B0604020104020204" pitchFamily="34" charset="0"/>
              </a:rPr>
              <a:t> </a:t>
            </a:r>
            <a:r>
              <a:rPr lang="en-GB" sz="2200" dirty="0">
                <a:latin typeface="Abadi" panose="020B0604020104020204" pitchFamily="34" charset="0"/>
              </a:rPr>
              <a:t>(</a:t>
            </a:r>
            <a:r>
              <a:rPr lang="en-GB" sz="2200" dirty="0">
                <a:latin typeface="Abadi" panose="020B0604020104020204" pitchFamily="34" charset="0"/>
                <a:hlinkClick r:id="rId2"/>
              </a:rPr>
              <a:t>https://jupyter.org/</a:t>
            </a:r>
            <a:r>
              <a:rPr lang="en-GB" sz="2200" dirty="0">
                <a:latin typeface="Abadi" panose="020B0604020104020204" pitchFamily="34" charset="0"/>
              </a:rPr>
              <a:t>) 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Interactive environment where you write code in cells, run each cell, and see outputs (including plots) inline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Similar to the R Markdown interactive workflow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Good for experimenting but not ideal for large projects</a:t>
            </a:r>
          </a:p>
          <a:p>
            <a:pPr>
              <a:spcAft>
                <a:spcPts val="600"/>
              </a:spcAft>
            </a:pPr>
            <a:r>
              <a:rPr lang="en-GB" sz="2200" b="1" dirty="0">
                <a:latin typeface="Abadi" panose="020B0604020104020204" pitchFamily="34" charset="0"/>
              </a:rPr>
              <a:t>Anaconda</a:t>
            </a:r>
            <a:r>
              <a:rPr lang="en-GB" sz="2200" dirty="0">
                <a:latin typeface="Abadi" panose="020B0604020104020204" pitchFamily="34" charset="0"/>
              </a:rPr>
              <a:t> (</a:t>
            </a:r>
            <a:r>
              <a:rPr lang="en-GB" sz="2200" dirty="0">
                <a:latin typeface="Abadi" panose="020B0604020104020204" pitchFamily="34" charset="0"/>
                <a:hlinkClick r:id="rId3"/>
              </a:rPr>
              <a:t>https://www.anaconda.com/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Python distribution that bundles Python itself plus many useful packages (e.g., pandas, </a:t>
            </a:r>
            <a:r>
              <a:rPr lang="en-US" sz="2000" dirty="0" err="1">
                <a:latin typeface="Abadi" panose="020B0604020104020204" pitchFamily="34" charset="0"/>
              </a:rPr>
              <a:t>numpy</a:t>
            </a:r>
            <a:r>
              <a:rPr lang="en-US" sz="2000" dirty="0">
                <a:latin typeface="Abadi" panose="020B0604020104020204" pitchFamily="34" charset="0"/>
              </a:rPr>
              <a:t>, matplotlib) and environments (e.g., </a:t>
            </a:r>
            <a:r>
              <a:rPr lang="en-US" sz="2000" dirty="0" err="1">
                <a:latin typeface="Abadi" panose="020B0604020104020204" pitchFamily="34" charset="0"/>
              </a:rPr>
              <a:t>Jupyter</a:t>
            </a:r>
            <a:r>
              <a:rPr lang="en-US" sz="2000" dirty="0">
                <a:latin typeface="Abadi" panose="020B0604020104020204" pitchFamily="34" charset="0"/>
              </a:rPr>
              <a:t>), including virtual environments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No need to install Python or packages separately; everything in one place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Can be slow &amp; takes a lot of disk space</a:t>
            </a:r>
          </a:p>
          <a:p>
            <a:pPr lvl="1"/>
            <a:endParaRPr lang="en-DE" sz="1800" dirty="0">
              <a:latin typeface="Abadi" panose="020B0604020104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13C832-344C-3472-6A57-05CCED35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Environment and editor options</a:t>
            </a:r>
            <a:endParaRPr lang="en-DE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68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F9CB-EDC6-4CDA-B1CB-CE2ECE7D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354FC-7A31-D49F-5DBE-0C8BF6FFE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b="1" dirty="0">
                <a:latin typeface="Abadi" panose="020B0604020104020204" pitchFamily="34" charset="0"/>
              </a:rPr>
              <a:t>Spyder </a:t>
            </a:r>
            <a:r>
              <a:rPr lang="en-US" sz="2200" dirty="0">
                <a:latin typeface="Abadi" panose="020B0604020104020204" pitchFamily="34" charset="0"/>
              </a:rPr>
              <a:t>(</a:t>
            </a:r>
            <a:r>
              <a:rPr lang="en-US" sz="2200" dirty="0">
                <a:latin typeface="Abadi" panose="020B0604020104020204" pitchFamily="34" charset="0"/>
                <a:hlinkClick r:id="rId2"/>
              </a:rPr>
              <a:t>https://www.spyder-ide.org/</a:t>
            </a:r>
            <a:r>
              <a:rPr lang="en-US" sz="2200" dirty="0">
                <a:latin typeface="Abadi" panose="020B0604020104020204" pitchFamily="34" charset="0"/>
              </a:rPr>
              <a:t>) 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IDE designed for scientific computing 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Variable explorer and script panels are intuitive for data work (somewhat similar to R Studio)</a:t>
            </a:r>
            <a:endParaRPr lang="en-GB" sz="2200" b="1" dirty="0">
              <a:latin typeface="Abadi" panose="020B0604020104020204" pitchFamily="34" charset="0"/>
            </a:endParaRPr>
          </a:p>
          <a:p>
            <a:pPr>
              <a:spcAft>
                <a:spcPts val="600"/>
              </a:spcAft>
            </a:pPr>
            <a:r>
              <a:rPr lang="en-GB" sz="2200" b="1" dirty="0">
                <a:latin typeface="Abadi" panose="020B0604020104020204" pitchFamily="34" charset="0"/>
              </a:rPr>
              <a:t>Visual Studio Code (VS Code) </a:t>
            </a:r>
            <a:r>
              <a:rPr lang="en-GB" sz="2200" dirty="0">
                <a:latin typeface="Abadi" panose="020B0604020104020204" pitchFamily="34" charset="0"/>
              </a:rPr>
              <a:t>(</a:t>
            </a:r>
            <a:r>
              <a:rPr lang="en-GB" sz="2200" dirty="0">
                <a:latin typeface="Abadi" panose="020B0604020104020204" pitchFamily="34" charset="0"/>
                <a:hlinkClick r:id="rId3"/>
              </a:rPr>
              <a:t>https://code.visualstudio.com/</a:t>
            </a:r>
            <a:r>
              <a:rPr lang="en-GB" sz="2200" dirty="0">
                <a:latin typeface="Abadi" panose="020B0604020104020204" pitchFamily="34" charset="0"/>
              </a:rPr>
              <a:t>) 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General-purpose code editor with good support for Python through an extension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Debugging tools, code linting, built-in version control, works with many languages</a:t>
            </a:r>
          </a:p>
          <a:p>
            <a:pPr>
              <a:spcAft>
                <a:spcPts val="600"/>
              </a:spcAft>
            </a:pPr>
            <a:r>
              <a:rPr lang="en-GB" sz="2200" b="1" dirty="0">
                <a:latin typeface="Abadi" panose="020B0604020104020204" pitchFamily="34" charset="0"/>
              </a:rPr>
              <a:t>Posit </a:t>
            </a:r>
            <a:r>
              <a:rPr lang="en-GB" sz="2200" dirty="0">
                <a:latin typeface="Abadi" panose="020B0604020104020204" pitchFamily="34" charset="0"/>
              </a:rPr>
              <a:t>(</a:t>
            </a:r>
            <a:r>
              <a:rPr lang="en-GB" sz="2200" dirty="0">
                <a:latin typeface="Abadi" panose="020B0604020104020204" pitchFamily="34" charset="0"/>
                <a:hlinkClick r:id="rId4"/>
              </a:rPr>
              <a:t>https://posit.co/</a:t>
            </a:r>
            <a:r>
              <a:rPr lang="en-GB" sz="2200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GB" sz="2000" dirty="0" err="1">
                <a:latin typeface="Abadi" panose="020B0604020104020204" pitchFamily="34" charset="0"/>
              </a:rPr>
              <a:t>Rstudio</a:t>
            </a:r>
            <a:r>
              <a:rPr lang="en-GB" sz="2000" dirty="0">
                <a:latin typeface="Abadi" panose="020B0604020104020204" pitchFamily="34" charset="0"/>
              </a:rPr>
              <a:t> IDE that lets you write and run Python code</a:t>
            </a:r>
          </a:p>
          <a:p>
            <a:pPr lvl="1"/>
            <a:r>
              <a:rPr lang="en-GB" sz="2000" dirty="0">
                <a:latin typeface="Abadi" panose="020B0604020104020204" pitchFamily="34" charset="0"/>
              </a:rPr>
              <a:t>Good for R users who need a mixed workflow but don’t want to constantly switch editors</a:t>
            </a:r>
            <a:endParaRPr lang="en-DE" sz="2000" dirty="0">
              <a:latin typeface="Abadi" panose="020B0604020104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F312A0-24C2-78FE-7A49-6A8BE556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Environment and editor options (</a:t>
            </a:r>
            <a:r>
              <a:rPr lang="en-GB" dirty="0" err="1">
                <a:latin typeface="Abadi" panose="020B0604020104020204" pitchFamily="34" charset="0"/>
              </a:rPr>
              <a:t>ctd</a:t>
            </a:r>
            <a:r>
              <a:rPr lang="en-GB" dirty="0">
                <a:latin typeface="Abadi" panose="020B0604020104020204" pitchFamily="34" charset="0"/>
              </a:rPr>
              <a:t>)</a:t>
            </a:r>
            <a:endParaRPr lang="en-DE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03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450B-4625-3A1E-E148-F8F7C5E6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Python: Creating experiments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ED46D-8AA9-31A6-A249-BA0B2E320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sz="2400" dirty="0" err="1">
                <a:latin typeface="Abadi" panose="020B0604020104020204" pitchFamily="34" charset="0"/>
              </a:rPr>
              <a:t>Jupyter</a:t>
            </a:r>
            <a:r>
              <a:rPr lang="en-US" sz="2400" dirty="0">
                <a:latin typeface="Abadi" panose="020B0604020104020204" pitchFamily="34" charset="0"/>
              </a:rPr>
              <a:t> Notebooks not very convenient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badi" panose="020B0604020104020204" pitchFamily="34" charset="0"/>
              </a:rPr>
              <a:t>Other possible options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Plain text editor (Notepad, TextEdit) – but not convenient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Spyder (included in Anaconda), </a:t>
            </a:r>
            <a:r>
              <a:rPr lang="en-US" sz="2200" dirty="0" err="1">
                <a:latin typeface="Abadi" panose="020B0604020104020204" pitchFamily="34" charset="0"/>
              </a:rPr>
              <a:t>VSCode</a:t>
            </a:r>
            <a:r>
              <a:rPr lang="en-US" sz="2200" dirty="0">
                <a:latin typeface="Abadi" panose="020B0604020104020204" pitchFamily="34" charset="0"/>
              </a:rPr>
              <a:t>, Atom, Sublime</a:t>
            </a:r>
          </a:p>
          <a:p>
            <a:pPr>
              <a:spcBef>
                <a:spcPts val="1800"/>
              </a:spcBef>
              <a:spcAft>
                <a:spcPts val="1000"/>
              </a:spcAft>
            </a:pPr>
            <a:r>
              <a:rPr lang="en-US" sz="2400" b="1" dirty="0" err="1">
                <a:latin typeface="Abadi" panose="020B0604020104020204" pitchFamily="34" charset="0"/>
              </a:rPr>
              <a:t>PsychoPy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(</a:t>
            </a:r>
            <a:r>
              <a:rPr lang="en-US" sz="2400" dirty="0">
                <a:latin typeface="Abadi" panose="020B0604020104020204" pitchFamily="34" charset="0"/>
                <a:hlinkClick r:id="rId2"/>
              </a:rPr>
              <a:t>https://www.psychopy.org/</a:t>
            </a:r>
            <a:r>
              <a:rPr lang="en-US" sz="2400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Builder: point-and-click visual interface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Coder: code your own experiment</a:t>
            </a:r>
          </a:p>
          <a:p>
            <a:pPr>
              <a:spcBef>
                <a:spcPts val="1800"/>
              </a:spcBef>
              <a:spcAft>
                <a:spcPts val="1000"/>
              </a:spcAft>
            </a:pPr>
            <a:r>
              <a:rPr lang="en-US" sz="2400" dirty="0">
                <a:latin typeface="Abadi" panose="020B0604020104020204" pitchFamily="34" charset="0"/>
              </a:rPr>
              <a:t>Online experiments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Pavlovia.org to host exp online</a:t>
            </a:r>
          </a:p>
          <a:p>
            <a:pPr lvl="1"/>
            <a:r>
              <a:rPr lang="en-US" sz="2200" dirty="0">
                <a:latin typeface="Abadi" panose="020B0604020104020204" pitchFamily="34" charset="0"/>
              </a:rPr>
              <a:t>Or learn JavaScript and use </a:t>
            </a:r>
            <a:r>
              <a:rPr lang="en-US" sz="2200" b="1" dirty="0" err="1">
                <a:latin typeface="Abadi" panose="020B0604020104020204" pitchFamily="34" charset="0"/>
              </a:rPr>
              <a:t>jsPsych</a:t>
            </a:r>
            <a:endParaRPr lang="en-US" sz="2200" b="1" dirty="0">
              <a:latin typeface="Abadi" panose="020B0604020104020204" pitchFamily="34" charset="0"/>
            </a:endParaRPr>
          </a:p>
          <a:p>
            <a:endParaRPr lang="en-US" dirty="0"/>
          </a:p>
          <a:p>
            <a:pPr lvl="1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838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0D1D-C2F0-6175-1F85-358407E5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99C6-29A3-E0AE-0094-CCF748B8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Materials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C07AD-007D-72E3-BEF9-FF67450B43E2}"/>
              </a:ext>
            </a:extLst>
          </p:cNvPr>
          <p:cNvSpPr txBox="1"/>
          <p:nvPr/>
        </p:nvSpPr>
        <p:spPr>
          <a:xfrm>
            <a:off x="2703443" y="3013501"/>
            <a:ext cx="6785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>
                <a:latin typeface="Abadi" panose="020B0604020104020204" pitchFamily="34" charset="0"/>
                <a:hlinkClick r:id="rId2"/>
              </a:rPr>
              <a:t>https://github.com/mariakna/SEDarc2026_Python_for_Data_and_Research_Insights_for_R_Users.git</a:t>
            </a:r>
            <a:r>
              <a:rPr lang="en-GB" sz="2400" dirty="0">
                <a:latin typeface="Abadi" panose="020B0604020104020204" pitchFamily="34" charset="0"/>
              </a:rPr>
              <a:t> </a:t>
            </a:r>
            <a:endParaRPr lang="en-DE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749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D70D-A24C-628B-BE57-AE0A9C19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Thank you!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D76FA-C13F-0553-FC9C-6CC75B382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DE" dirty="0">
                <a:latin typeface="Abadi" panose="020B0604020104020204" pitchFamily="34" charset="0"/>
                <a:hlinkClick r:id="rId2"/>
              </a:rPr>
              <a:t>https://mariakna.github.io/</a:t>
            </a:r>
            <a:r>
              <a:rPr lang="en-GB" dirty="0">
                <a:latin typeface="Abadi" panose="020B0604020104020204" pitchFamily="34" charset="0"/>
              </a:rPr>
              <a:t> </a:t>
            </a:r>
            <a:endParaRPr lang="en-DE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41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1584</Words>
  <Application>Microsoft Office PowerPoint</Application>
  <PresentationFormat>Widescreen</PresentationFormat>
  <Paragraphs>188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Abadi</vt:lpstr>
      <vt:lpstr>Aptos</vt:lpstr>
      <vt:lpstr>Aptos Display</vt:lpstr>
      <vt:lpstr>Arial</vt:lpstr>
      <vt:lpstr>Office Theme</vt:lpstr>
      <vt:lpstr>Python for data and research: Insights for R users</vt:lpstr>
      <vt:lpstr>What is R?</vt:lpstr>
      <vt:lpstr>What is R?</vt:lpstr>
      <vt:lpstr>What is R?</vt:lpstr>
      <vt:lpstr>What is R?</vt:lpstr>
      <vt:lpstr>What is R?</vt:lpstr>
      <vt:lpstr>What is R?</vt:lpstr>
      <vt:lpstr>What is R?</vt:lpstr>
      <vt:lpstr>What is R?</vt:lpstr>
      <vt:lpstr>What is R?</vt:lpstr>
      <vt:lpstr>When would you need Python?</vt:lpstr>
      <vt:lpstr>Python: object-oriented programming</vt:lpstr>
      <vt:lpstr>Python: data types</vt:lpstr>
      <vt:lpstr>Python: control structures</vt:lpstr>
      <vt:lpstr>Python: regular expressions</vt:lpstr>
      <vt:lpstr>Environment and editor options</vt:lpstr>
      <vt:lpstr>Environment and editor options (ctd)</vt:lpstr>
      <vt:lpstr>Python: Creating experiments</vt:lpstr>
      <vt:lpstr>Materials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Korochkina, Maria</dc:creator>
  <cp:lastModifiedBy>Korochkina, Maria</cp:lastModifiedBy>
  <cp:revision>31</cp:revision>
  <dcterms:created xsi:type="dcterms:W3CDTF">2025-07-30T10:46:10Z</dcterms:created>
  <dcterms:modified xsi:type="dcterms:W3CDTF">2026-02-18T15:52:56Z</dcterms:modified>
</cp:coreProperties>
</file>